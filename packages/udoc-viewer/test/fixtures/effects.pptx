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16" d="100"/>
          <a:sy n="116" d="100"/>
        </p:scale>
        <p:origin x="1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</a:rPr>
              <a:t>PPTX Slide Animations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rgbClr val="B0BEC5"/>
                </a:solidFill>
              </a:rPr>
              <a:t>Build sequences — click to advance</a:t>
            </a:r>
          </a:p>
          <a:p>
            <a:pPr algn="ctr"/>
            <a:r>
              <a:rPr lang="en-US" sz="2400">
                <a:solidFill>
                  <a:srgbClr val="B0BEC5"/>
                </a:solidFill>
              </a:rPr>
              <a:t>Each click reveals the next shape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 /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F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Appear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p:set on style.visibility — instant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 /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D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Fade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p:animEffect filter=“fade”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 /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B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Zoom In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p:animEffect filter=“zoom(in)”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 /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zoom(in)">
                                      <p:cBhvr>
                                        <p:cTn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zoom(in)">
                                      <p:cBhvr>
                                        <p:cTn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zoom(in)">
                                      <p:cBhvr>
                                        <p:cTn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B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Zoom Out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p:animEffect filter=“zoom(out)”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 /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zoom(out)">
                                      <p:cBhvr>
                                        <p:cTn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zoom(out)">
                                      <p:cBhvr>
                                        <p:cTn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zoom(out)">
                                      <p:cBhvr>
                                        <p:cTn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D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Wipe Up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p:animEffect filter=“wipe(up)”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6 /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0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Wipe Left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p:animEffect filter=“wipe(left)”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7 /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Dissolve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p:animEffect filter=“dissolve”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8 /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</Words>
  <Application>Microsoft Macintosh PowerPoint</Application>
  <PresentationFormat>On-screen Show (4:3)</PresentationFormat>
  <Paragraphs>206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Wang Xin</cp:lastModifiedBy>
  <cp:revision>1</cp:revision>
  <dcterms:modified xsi:type="dcterms:W3CDTF">2026-03-23T23:28:12Z</dcterms:modified>
</cp:coreProperties>
</file>